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introduce scope and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Segment Tree is a crucial data structure in computer science, especially in competitive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Trees are used in various applications, including data analysis, game development, and scientific simulations.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Segment Trees is essential for solving complex problems in computer science and competitive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 of segment trees and their importance in range queries and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different operations that can be performed on a segment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properties of segment trees that make them efficient for range queries and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can explain the concept of range queries in segment trees and how it's used in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can explain the base case and the recursive case of the range query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can explain the concept of range updates in segment trees and how it's used in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step, we create a segment tree data structure to store the values of the input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step, we implement the range sum query functionality using the segment tree data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example, we demonstrate how to update a range of elements in the segment tree and verify the correctness of the range sum query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n is the number of elements in the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this is a significant improvement over the space complexity of naive approaches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that the choice of data structure depends on the specific use case and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actionable next steps and Q&amp;A transition.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Segment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Knowledge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Presentation roadmap with 5 core sections</a:t>
            </a:r>
          </a:p>
          <a:p>
            <a:pPr>
              <a:defRPr sz="2200"/>
            </a:pPr>
            <a:r>
              <a:t>Progressive coverage from fundamentals to practical understanding</a:t>
            </a:r>
          </a:p>
          <a:p>
            <a:pPr>
              <a:defRPr sz="2200"/>
            </a:pPr>
            <a:r>
              <a:t>Focus on concepts, trade-offs, and real-world applicability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Segment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Segment Tree is a binary tree data structure for storing information about intervals, or segments.</a:t>
            </a:r>
          </a:p>
          <a:p>
            <a:pPr>
              <a:defRPr sz="2200"/>
            </a:pPr>
            <a:r>
              <a:t>It is a tree where each node represents a range of values.</a:t>
            </a:r>
          </a:p>
          <a:p>
            <a:pPr>
              <a:defRPr sz="2200"/>
            </a:pPr>
            <a:r>
              <a:t>Each node contains the maximum or minimum value in its range.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Range queries: Find the maximum or minimum value in a given range.</a:t>
            </a:r>
          </a:p>
          <a:p>
            <a:pPr>
              <a:defRPr sz="2200"/>
            </a:pPr>
            <a:r>
              <a:t>Interval updates: Update the value of a range.</a:t>
            </a:r>
          </a:p>
          <a:p>
            <a:pPr>
              <a:defRPr sz="2200"/>
            </a:pPr>
            <a:r>
              <a:t>Dynamic segment tree: Handle insertions and deletions of segments.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Segment Trees in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Efficient query and update operations.</a:t>
            </a:r>
          </a:p>
          <a:p>
            <a:pPr>
              <a:defRPr sz="2200"/>
            </a:pPr>
            <a:r>
              <a:t>Support for dynamic data structures.</a:t>
            </a:r>
          </a:p>
          <a:p>
            <a:pPr>
              <a:defRPr sz="2200"/>
            </a:pPr>
            <a:r>
              <a:t>Applicable to various problems, including range queries and interval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Tree Data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binary tree where each node represents a segment of an array.</a:t>
            </a:r>
          </a:p>
          <a:p>
            <a:pPr>
              <a:defRPr sz="2200"/>
            </a:pPr>
            <a:r>
              <a:t>Each node contains a value (sum, min, max, etc.) and two child nodes.</a:t>
            </a:r>
          </a:p>
          <a:p>
            <a:pPr>
              <a:defRPr sz="2200"/>
            </a:pPr>
            <a:r>
              <a:t>Segment trees are used for range queries and updates in arrays.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Tree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Range Sum Query: Find the sum of elements in a given range.</a:t>
            </a:r>
          </a:p>
          <a:p>
            <a:pPr>
              <a:defRPr sz="2200"/>
            </a:pPr>
            <a:r>
              <a:t>Range Update: Update the value of elements in a given range.</a:t>
            </a:r>
          </a:p>
          <a:p>
            <a:pPr>
              <a:defRPr sz="2200"/>
            </a:pPr>
            <a:r>
              <a:t>Point Query: Find the value of an element at a specific index.</a:t>
            </a:r>
          </a:p>
          <a:p>
            <a:pPr>
              <a:defRPr sz="2200"/>
            </a:pPr>
            <a:r>
              <a:t>Point Update: Update the value of an element at a specific index.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Tree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Each node represents a segment of the array.</a:t>
            </a:r>
          </a:p>
          <a:p>
            <a:pPr>
              <a:defRPr sz="2200"/>
            </a:pPr>
            <a:r>
              <a:t>The root node represents the entire array.</a:t>
            </a:r>
          </a:p>
          <a:p>
            <a:pPr>
              <a:defRPr sz="2200"/>
            </a:pPr>
            <a:r>
              <a:t>Each node's value is the result of a function applied to its child nodes' values.</a:t>
            </a:r>
          </a:p>
          <a:p>
            <a:pPr>
              <a:defRPr sz="2200"/>
            </a:pPr>
            <a:r>
              <a:t>The height of the tree is log(n), where n is the size of the array.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Queries in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 perform a range query, we need to find the minimum/maximum value in a given range [l, r] in the segment tree.</a:t>
            </a:r>
          </a:p>
          <a:p>
            <a:pPr>
              <a:defRPr sz="2200"/>
            </a:pPr>
            <a:r>
              <a:t>We start at the root node and recursively traverse down the tree, updating the range as we go.</a:t>
            </a:r>
          </a:p>
          <a:p>
            <a:pPr>
              <a:defRPr sz="2200"/>
            </a:pPr>
            <a:r>
              <a:t>We use the following formula to calculate the range: [l, r] = [l, mid] + [mid + 1, r]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Query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Function `query` takes three parameters: `node`, `l`, and `r`, representing the current node and the range [l, r].</a:t>
            </a:r>
          </a:p>
          <a:p>
            <a:pPr>
              <a:defRPr sz="2200"/>
            </a:pPr>
            <a:r>
              <a:t>Base case: if the range [l, r] is empty, return infinity or negative infinity.</a:t>
            </a:r>
          </a:p>
          <a:p>
            <a:pPr>
              <a:defRPr sz="2200"/>
            </a:pPr>
            <a:r>
              <a:t>If the range [l, r] is entirely within the range covered by the current node, return the value stored in the node.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Update in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 update a range [l, r] in the segment tree, we need to update the values in all nodes that intersect with the range.</a:t>
            </a:r>
          </a:p>
          <a:p>
            <a:pPr>
              <a:defRPr sz="2200"/>
            </a:pPr>
            <a:r>
              <a:t>We use the following formula to update the range: [l, r] = [l, mid] + [mid + 1, r]</a:t>
            </a:r>
          </a:p>
          <a:p>
            <a:pPr>
              <a:defRPr sz="2200"/>
            </a:pPr>
            <a:r>
              <a:t>We update the values in the nodes by taking the minimum/maximum of the old value and the new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Initialize Segment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Create a binary tree with 4n nodes, where n is the number of elements in the array</a:t>
            </a:r>
          </a:p>
          <a:p>
            <a:pPr>
              <a:defRPr sz="2200"/>
            </a:pPr>
            <a:r>
              <a:t>Each node represents a range of elements in the array</a:t>
            </a:r>
          </a:p>
          <a:p>
            <a:pPr>
              <a:defRPr sz="2200"/>
            </a:pPr>
            <a:r>
              <a:t>Leaf nodes represent single elements, while internal nodes represent ranges</a:t>
            </a:r>
          </a:p>
          <a:p>
            <a:pPr>
              <a:defRPr sz="2200"/>
            </a:pPr>
            <a:r>
              <a:t>Assign a value to each node, typically the sum of the values in its range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Implement Range Sum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Define a function to calculate the sum of a range of elements</a:t>
            </a:r>
          </a:p>
          <a:p>
            <a:pPr>
              <a:defRPr sz="2200"/>
            </a:pPr>
            <a:r>
              <a:t>The function should traverse the segment tree from the root node to the leaf node</a:t>
            </a:r>
          </a:p>
          <a:p>
            <a:pPr>
              <a:defRPr sz="2200"/>
            </a:pPr>
            <a:r>
              <a:t>At each node, add the value of the node to the sum if the range of the node overlaps with the query range</a:t>
            </a:r>
          </a:p>
          <a:p>
            <a:pPr>
              <a:defRPr sz="2200"/>
            </a:pPr>
            <a:r>
              <a:t>Return the final sum as the result of the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Case: Updating a Range of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Suppose we have an array [1, 2, 3, 4, 5] and we want to update the sum of the range [2, 4] by adding 10</a:t>
            </a:r>
          </a:p>
          <a:p>
            <a:pPr>
              <a:defRPr sz="2200"/>
            </a:pPr>
            <a:r>
              <a:t>We would call the update function on the segment tree, passing in the range [2, 4] and the value 10</a:t>
            </a:r>
          </a:p>
          <a:p>
            <a:pPr>
              <a:defRPr sz="2200"/>
            </a:pPr>
            <a:r>
              <a:t>The segment tree would be updated accordingly, and the range sum query function would return the correct sum</a:t>
            </a:r>
          </a:p>
          <a:p>
            <a:pPr>
              <a:defRPr sz="2200"/>
            </a:pPr>
            <a:r>
              <a:t>This demonstrates the flexibility and efficiency of the segment tree data structure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Complexity of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operation: O(n log n) due to recursive tree construction</a:t>
            </a:r>
          </a:p>
          <a:p>
            <a:pPr>
              <a:defRPr sz="2200"/>
            </a:pPr>
            <a:r>
              <a:t>Query operation: O(log n) as we traverse the tree from root to leaf</a:t>
            </a:r>
          </a:p>
          <a:p>
            <a:pPr>
              <a:defRPr sz="2200"/>
            </a:pPr>
            <a:r>
              <a:t>Update operation: O(log n) as we update the tree from root to leaf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 Efficiency of Segment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Segment tree requires O(n) space to store the tree structure</a:t>
            </a:r>
          </a:p>
          <a:p>
            <a:pPr>
              <a:defRPr sz="2200"/>
            </a:pPr>
            <a:r>
              <a:t>Additional O(n) space is required for the array of size n</a:t>
            </a:r>
          </a:p>
          <a:p>
            <a:pPr>
              <a:defRPr sz="2200"/>
            </a:pPr>
            <a:r>
              <a:t>Total space complexity is O(2n) = O(n)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Other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Segment trees outperform prefix sums and suffix trees in terms of query and update operations</a:t>
            </a:r>
          </a:p>
          <a:p>
            <a:pPr>
              <a:defRPr sz="2200"/>
            </a:pPr>
            <a:r>
              <a:t>Segment trees have better space efficiency than prefix sums and suffix trees</a:t>
            </a:r>
          </a:p>
          <a:p>
            <a:pPr>
              <a:defRPr sz="2200"/>
            </a:pPr>
            <a:r>
              <a:t>However, segment trees have higher build time complexity compared to prefix sums and suffix trees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Recap of 5 major areas in Segment Trees</a:t>
            </a:r>
          </a:p>
          <a:p>
            <a:pPr>
              <a:defRPr sz="2200"/>
            </a:pPr>
            <a:r>
              <a:t>Key takeaways to retain for implementation and decision-making</a:t>
            </a:r>
          </a:p>
          <a:p>
            <a:pPr>
              <a:defRPr sz="2200"/>
            </a:pPr>
            <a:r>
              <a:t>Suggested path for deeper study and practical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