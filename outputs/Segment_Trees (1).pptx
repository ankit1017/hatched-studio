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introduce scope and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to explain the concept of binary indexed trees and how segment trees build upon this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importance of segment trees in various fields, such as data analysis and scientific simulations.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significance of segment trees in computer science and their impact on various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context, an interval is a range of values within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of minimum or maximum value depends on the specific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specific combination of values depends on the type of query or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concept of segment trees and their importance in range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recursive approach to constructing the segment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code and explain each step of the construction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range queries in segment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recursive nature of the range query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importance of maintaining a balanced segment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trees can be used in various applications such as data compression, machine learning, and scientific simulations.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 complexity of range sum query using segment trees is O(log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 complexity of range minimum/maximum query using segment trees is O(log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actionable next steps and Q&amp;A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Segment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Knowledge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Presentation roadmap with 5 core sections</a:t>
            </a:r>
          </a:p>
          <a:p>
            <a:pPr>
              <a:defRPr sz="2200"/>
            </a:pPr>
            <a:r>
              <a:t>Progressive coverage from fundamentals to practical understanding</a:t>
            </a:r>
          </a:p>
          <a:p>
            <a:pPr>
              <a:defRPr sz="2200"/>
            </a:pPr>
            <a:r>
              <a:t>Focus on concepts, trade-offs, and real-world applicability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Segment Trees?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binary indexed tree (BIT) data structure used for storing information about segments or intervals of a data set.</a:t>
            </a:r>
          </a:p>
          <a:p>
            <a:pPr>
              <a:defRPr sz="2200"/>
            </a:pPr>
            <a:r>
              <a:t>Allows for efficient querying and updating of data within specific ranges.</a:t>
            </a:r>
          </a:p>
          <a:p>
            <a:pPr>
              <a:defRPr sz="2200"/>
            </a:pPr>
            <a:r>
              <a:t>Commonly used in applications requiring range-based queries, such as data compression, image processing, and scientific simulations.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Range sum queries: Find the sum of elements within a specific range.</a:t>
            </a:r>
          </a:p>
          <a:p>
            <a:pPr>
              <a:defRPr sz="2200"/>
            </a:pPr>
            <a:r>
              <a:t>Range minimum/maximum queries: Find the minimum or maximum element within a specific range.</a:t>
            </a:r>
          </a:p>
          <a:p>
            <a:pPr>
              <a:defRPr sz="2200"/>
            </a:pPr>
            <a:r>
              <a:t>Range update queries: Update the value of elements within a specific range.</a:t>
            </a:r>
          </a:p>
          <a:p>
            <a:pPr>
              <a:defRPr sz="2200"/>
            </a:pPr>
            <a:r>
              <a:t>Data compression: Segment trees can be used to compress data by representing ranges of identical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Trees in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Used in various algorithms, including range-based queries and data compression.</a:t>
            </a:r>
          </a:p>
          <a:p>
            <a:pPr>
              <a:defRPr sz="2200"/>
            </a:pPr>
            <a:r>
              <a:t>Can be applied to various data structures, such as arrays and linked lists.</a:t>
            </a:r>
          </a:p>
          <a:p>
            <a:pPr>
              <a:defRPr sz="2200"/>
            </a:pPr>
            <a:r>
              <a:t>Has applications in fields like data analysis, scientific simulations, and image processing.</a:t>
            </a:r>
          </a:p>
          <a:p>
            <a:pPr>
              <a:defRPr sz="2200"/>
            </a:pPr>
            <a:r>
              <a:t>Segment trees provide an efficient way to store and query data within specific ranges.</a:t>
            </a:r>
          </a:p>
          <a:p>
            <a:pPr>
              <a:defRPr sz="1600" b="1"/>
            </a:pPr>
            <a:r>
              <a:t>Code (python)</a:t>
            </a:r>
          </a:p>
          <a:p>
            <a:pPr lvl="1">
              <a:defRPr sz="1200">
                <a:latin typeface="Courier New"/>
              </a:defRPr>
            </a:pPr>
            <a:r>
              <a:t>class SegmentTree:</a:t>
            </a:r>
          </a:p>
          <a:p>
            <a:pPr lvl="1">
              <a:defRPr sz="1200">
                <a:latin typeface="Courier New"/>
              </a:defRPr>
            </a:pPr>
            <a:r>
              <a:t>  def __init__(self, data):</a:t>
            </a:r>
          </a:p>
          <a:p>
            <a:pPr lvl="1">
              <a:defRPr sz="1200">
                <a:latin typeface="Courier New"/>
              </a:defRPr>
            </a:pPr>
            <a:r>
              <a:t>    self.data = data</a:t>
            </a:r>
          </a:p>
          <a:p>
            <a:pPr lvl="1">
              <a:defRPr sz="1200">
                <a:latin typeface="Courier New"/>
              </a:defRPr>
            </a:pPr>
            <a:r>
              <a:t>    self.tree = [0] * (len(data) * 4)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  def update(self, index, value):</a:t>
            </a:r>
          </a:p>
          <a:p>
            <a:pPr lvl="1">
              <a:defRPr sz="1200">
                <a:latin typeface="Courier New"/>
              </a:defRPr>
            </a:pPr>
            <a:r>
              <a:t>    self._update(0, 0, len(self.data) - 1, index, value)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  def _update(self, node, start, end, index, value):</a:t>
            </a:r>
          </a:p>
          <a:p>
            <a:pPr lvl="1">
              <a:defRPr sz="1200">
                <a:latin typeface="Courier New"/>
              </a:defRPr>
            </a:pPr>
            <a:r>
              <a:t>    if start == end:</a:t>
            </a:r>
          </a:p>
          <a:p>
            <a:pPr lvl="1">
              <a:defRPr sz="1200">
                <a:latin typeface="Courier New"/>
              </a:defRPr>
            </a:pPr>
            <a:r>
              <a:t>      self.tree[node] = value</a:t>
            </a:r>
          </a:p>
          <a:p>
            <a:pPr lvl="1">
              <a:defRPr sz="1200">
                <a:latin typeface="Courier New"/>
              </a:defRPr>
            </a:pPr>
            <a:r>
              <a:t>    else:</a:t>
            </a:r>
          </a:p>
          <a:p>
            <a:pPr lvl="1">
              <a:defRPr sz="1200">
                <a:latin typeface="Courier New"/>
              </a:defRPr>
            </a:pPr>
            <a:r>
              <a:t>      mid = (start + end) // 2</a:t>
            </a:r>
          </a:p>
          <a:p>
            <a:pPr lvl="1">
              <a:defRPr sz="1200">
                <a:latin typeface="Courier New"/>
              </a:defRPr>
            </a:pPr>
            <a:r>
              <a:t>      if index &lt;= mid:</a:t>
            </a:r>
          </a:p>
          <a:p>
            <a:pPr lvl="1">
              <a:defRPr sz="1200"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Segment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data structure used for storing information about intervals, or segments, of a dataset.</a:t>
            </a:r>
          </a:p>
          <a:p>
            <a:pPr>
              <a:defRPr sz="2200"/>
            </a:pPr>
            <a:r>
              <a:t>It allows for efficient range queries and updates.</a:t>
            </a:r>
          </a:p>
          <a:p>
            <a:pPr>
              <a:defRPr sz="2200"/>
            </a:pPr>
            <a:r>
              <a:t>Segment trees are a type of binary indexed tree.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Segment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Each node represents a segment of the dataset.</a:t>
            </a:r>
          </a:p>
          <a:p>
            <a:pPr>
              <a:defRPr sz="2200"/>
            </a:pPr>
            <a:r>
              <a:t>Each node stores the minimum/maximum value of the segment it represents.</a:t>
            </a:r>
          </a:p>
          <a:p>
            <a:pPr>
              <a:defRPr sz="2200"/>
            </a:pPr>
            <a:r>
              <a:t>Leaf nodes represent single elements of the dataset.</a:t>
            </a:r>
          </a:p>
          <a:p>
            <a:pPr>
              <a:defRPr sz="2200"/>
            </a:pPr>
            <a:r>
              <a:t>Internal nodes represent a combination of child segments.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Segment Tree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When a query or update is made, it starts at the root node.</a:t>
            </a:r>
          </a:p>
          <a:p>
            <a:pPr>
              <a:defRPr sz="2200"/>
            </a:pPr>
            <a:r>
              <a:t>The tree is traversed based on the query or update operation.</a:t>
            </a:r>
          </a:p>
          <a:p>
            <a:pPr>
              <a:defRPr sz="2200"/>
            </a:pPr>
            <a:r>
              <a:t>Each node's value is combined with its child nodes' values to compute the result.</a:t>
            </a:r>
          </a:p>
          <a:p>
            <a:pPr>
              <a:defRPr sz="2200"/>
            </a:pPr>
            <a:r>
              <a:t>This process continues until the leaf nodes are reached.</a:t>
            </a:r>
          </a:p>
          <a:p>
            <a:pPr>
              <a:defRPr sz="1600" b="1"/>
            </a:pPr>
            <a:r>
              <a:t>Code (Python)</a:t>
            </a:r>
          </a:p>
          <a:p>
            <a:pPr lvl="1">
              <a:defRPr sz="1200">
                <a:latin typeface="Courier New"/>
              </a:defRPr>
            </a:pPr>
            <a:r>
              <a:t>class SegmentTreeNode:</a:t>
            </a:r>
          </a:p>
          <a:p>
            <a:pPr lvl="1">
              <a:defRPr sz="1200">
                <a:latin typeface="Courier New"/>
              </a:defRPr>
            </a:pPr>
            <a:r>
              <a:t>  def __init__(self, value):</a:t>
            </a:r>
          </a:p>
          <a:p>
            <a:pPr lvl="1">
              <a:defRPr sz="1200">
                <a:latin typeface="Courier New"/>
              </a:defRPr>
            </a:pPr>
            <a:r>
              <a:t>    self.value = value</a:t>
            </a:r>
          </a:p>
          <a:p>
            <a:pPr lvl="1">
              <a:defRPr sz="1200">
                <a:latin typeface="Courier New"/>
              </a:defRPr>
            </a:pPr>
            <a:r>
              <a:t>    self.left = None</a:t>
            </a:r>
          </a:p>
          <a:p>
            <a:pPr lvl="1">
              <a:defRPr sz="1200">
                <a:latin typeface="Courier New"/>
              </a:defRPr>
            </a:pPr>
            <a:r>
              <a:t>    self.right = None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Segment Tree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segment tree is a binary tree data structure where each node represents a segment of the array.</a:t>
            </a:r>
          </a:p>
          <a:p>
            <a:pPr>
              <a:defRPr sz="2200"/>
            </a:pPr>
            <a:r>
              <a:t>The segment tree is constructed by recursively dividing the array into smaller segments.</a:t>
            </a:r>
          </a:p>
          <a:p>
            <a:pPr>
              <a:defRPr sz="2200"/>
            </a:pPr>
            <a:r>
              <a:t>Each node in the segment tree contains the minimum or maximum value of the corresponding segment.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Tree Construction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a node for the segment tree with the following properties: left child, right child, and value.</a:t>
            </a:r>
          </a:p>
          <a:p>
            <a:pPr>
              <a:defRPr sz="2200"/>
            </a:pPr>
            <a:r>
              <a:t>The value of the node is the minimum or maximum value of the corresponding segment.</a:t>
            </a:r>
          </a:p>
          <a:p>
            <a:pPr>
              <a:defRPr sz="2200"/>
            </a:pPr>
            <a:r>
              <a:t>The left child of the node represents the left half of the segment, and the right child represents the right half.</a:t>
            </a:r>
          </a:p>
          <a:p>
            <a:pPr>
              <a:defRPr sz="2200"/>
            </a:pPr>
            <a:r>
              <a:t>If the segment has only one element, the node's value is the element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Code: Constructing a Segment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following Python code demonstrates the construction of a segment tree from a given array.</a:t>
            </a:r>
          </a:p>
          <a:p>
            <a:pPr>
              <a:defRPr sz="2200"/>
            </a:pPr>
            <a:r>
              <a:t>It uses a recursive approach to divide the array into smaller segments and create nodes for the segment tree.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Queries in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range query in a segment tree involves finding the sum of elements in a specific range of the array.</a:t>
            </a:r>
          </a:p>
          <a:p>
            <a:pPr>
              <a:defRPr sz="2200"/>
            </a:pPr>
            <a:r>
              <a:t>This is achieved by traversing the segment tree from the root node down to the leaf nodes.</a:t>
            </a:r>
          </a:p>
          <a:p>
            <a:pPr>
              <a:defRPr sz="2200"/>
            </a:pPr>
            <a:r>
              <a:t>The root node represents the entire array, and each child node represents a subset of the array.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Query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at the root node and compare the query range with the node's range.</a:t>
            </a:r>
          </a:p>
          <a:p>
            <a:pPr>
              <a:defRPr sz="2200"/>
            </a:pPr>
            <a:r>
              <a:t>If the query range overlaps with the node's range, recursively query the left and right child nodes.</a:t>
            </a:r>
          </a:p>
          <a:p>
            <a:pPr>
              <a:defRPr sz="2200"/>
            </a:pPr>
            <a:r>
              <a:t>If the query range is contained within the node's range, return the node's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a Range in a Segment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 update a range in a segment tree, first update the leaf nodes that correspond to the updated range.</a:t>
            </a:r>
          </a:p>
          <a:p>
            <a:pPr>
              <a:defRPr sz="2200"/>
            </a:pPr>
            <a:r>
              <a:t>Then, recursively update the parent nodes until the root node is reached.</a:t>
            </a:r>
          </a:p>
          <a:p>
            <a:pPr>
              <a:defRPr sz="2200"/>
            </a:pPr>
            <a:r>
              <a:t>This ensures that the segment tree remains balanced and efficient for future queries.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Cases of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Range Sum Query: Find the sum of all elements in a given range in an array.</a:t>
            </a:r>
          </a:p>
          <a:p>
            <a:pPr>
              <a:defRPr sz="2200"/>
            </a:pPr>
            <a:r>
              <a:t>Range Minimum/Maximum Query: Find the minimum/maximum element in a given range in an array.</a:t>
            </a:r>
          </a:p>
          <a:p>
            <a:pPr>
              <a:defRPr sz="2200"/>
            </a:pPr>
            <a:r>
              <a:t>Update Range: Update the value of all elements in a given range in an array.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Sum Query with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a segment tree with n nodes, where each node represents an interval [l, r].</a:t>
            </a:r>
          </a:p>
          <a:p>
            <a:pPr>
              <a:defRPr sz="2200"/>
            </a:pPr>
            <a:r>
              <a:t>For each node, store the sum of all elements in the interval [l, r].</a:t>
            </a:r>
          </a:p>
          <a:p>
            <a:pPr>
              <a:defRPr sz="2200"/>
            </a:pPr>
            <a:r>
              <a:t>To query the sum of elements in a range [a, b], traverse the segment tree from the root node to the leaf node that covers the range [a, b].</a:t>
            </a:r>
          </a:p>
          <a:p>
            <a:pPr>
              <a:defRPr sz="1600" b="1"/>
            </a:pPr>
            <a:r>
              <a:t>Code (python)</a:t>
            </a:r>
          </a:p>
          <a:p>
            <a:pPr lvl="1">
              <a:defRPr sz="1200">
                <a:latin typeface="Courier New"/>
              </a:defRPr>
            </a:pPr>
            <a:r>
              <a:t>import numpy as np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class SegmentTree:</a:t>
            </a:r>
          </a:p>
          <a:p>
            <a:pPr lvl="1">
              <a:defRPr sz="1200">
                <a:latin typeface="Courier New"/>
              </a:defRPr>
            </a:pPr>
            <a:r>
              <a:t>    def __init__(self, arr):</a:t>
            </a:r>
          </a:p>
          <a:p>
            <a:pPr lvl="1">
              <a:defRPr sz="1200">
                <a:latin typeface="Courier New"/>
              </a:defRPr>
            </a:pPr>
            <a:r>
              <a:t>        self.n = len(arr)</a:t>
            </a:r>
          </a:p>
          <a:p>
            <a:pPr lvl="1">
              <a:defRPr sz="1200">
                <a:latin typeface="Courier New"/>
              </a:defRPr>
            </a:pPr>
            <a:r>
              <a:t>        self.tree = [0] * (4 * self.n)</a:t>
            </a:r>
          </a:p>
          <a:p>
            <a:pPr lvl="1">
              <a:defRPr sz="1200">
                <a:latin typeface="Courier New"/>
              </a:defRPr>
            </a:pPr>
            <a:r>
              <a:t>        self.build_tree(arr, 0, 0, self.n - 1)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    def build_tree(self, arr, node, start, end):</a:t>
            </a:r>
          </a:p>
          <a:p>
            <a:pPr lvl="1">
              <a:defRPr sz="1200">
                <a:latin typeface="Courier New"/>
              </a:defRPr>
            </a:pPr>
            <a:r>
              <a:t>        if start == end:</a:t>
            </a:r>
          </a:p>
          <a:p>
            <a:pPr lvl="1">
              <a:defRPr sz="1200">
                <a:latin typeface="Courier New"/>
              </a:defRPr>
            </a:pPr>
            <a:r>
              <a:t>            self.tree[node] = arr[start]</a:t>
            </a:r>
          </a:p>
          <a:p>
            <a:pPr lvl="1">
              <a:defRPr sz="1200">
                <a:latin typeface="Courier New"/>
              </a:defRPr>
            </a:pPr>
            <a:r>
              <a:t>        else:</a:t>
            </a:r>
          </a:p>
          <a:p>
            <a:pPr lvl="1">
              <a:defRPr sz="1200">
                <a:latin typeface="Courier New"/>
              </a:defRPr>
            </a:pPr>
            <a:r>
              <a:t>            mid = (start + end) // 2</a:t>
            </a:r>
          </a:p>
          <a:p>
            <a:pPr lvl="1">
              <a:defRPr sz="1200">
                <a:latin typeface="Courier New"/>
              </a:defRPr>
            </a:pPr>
            <a:r>
              <a:t>            self.build_tree(arr, 2 * node + 1, start, mid)</a:t>
            </a:r>
          </a:p>
          <a:p>
            <a:pPr lvl="1">
              <a:defRPr sz="1200"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Minimum/Maximum Query with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a segment tree with n nodes, where each node represents an interval [l, r].</a:t>
            </a:r>
          </a:p>
          <a:p>
            <a:pPr>
              <a:defRPr sz="2200"/>
            </a:pPr>
            <a:r>
              <a:t>For each node, store the minimum/maximum element in the interval [l, r].</a:t>
            </a:r>
          </a:p>
          <a:p>
            <a:pPr>
              <a:defRPr sz="2200"/>
            </a:pPr>
            <a:r>
              <a:t>To query the minimum/maximum element in a range [a, b], traverse the segment tree from the root node to the leaf node that covers the range [a, b].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Recap of 5 major areas in Segment Trees</a:t>
            </a:r>
          </a:p>
          <a:p>
            <a:pPr>
              <a:defRPr sz="2200"/>
            </a:pPr>
            <a:r>
              <a:t>Key takeaways to retain for implementation and decision-making</a:t>
            </a:r>
          </a:p>
          <a:p>
            <a:pPr>
              <a:defRPr sz="2200"/>
            </a:pPr>
            <a:r>
              <a:t>Suggested path for deeper study and practical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